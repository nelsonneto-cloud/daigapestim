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2"/>
  </p:notesMasterIdLst>
  <p:sldIdLst>
    <p:sldId id="272" r:id="rId5"/>
    <p:sldId id="313" r:id="rId6"/>
    <p:sldId id="331" r:id="rId7"/>
    <p:sldId id="314" r:id="rId8"/>
    <p:sldId id="318" r:id="rId9"/>
    <p:sldId id="317" r:id="rId10"/>
    <p:sldId id="31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slides" id="{BF44616A-0BBC-F04D-B77A-71B27F00BF89}">
          <p14:sldIdLst>
            <p14:sldId id="272"/>
            <p14:sldId id="313"/>
            <p14:sldId id="331"/>
            <p14:sldId id="314"/>
            <p14:sldId id="318"/>
            <p14:sldId id="317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2828"/>
    <a:srgbClr val="EF46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/>
  </p:normalViewPr>
  <p:slideViewPr>
    <p:cSldViewPr snapToGrid="0" snapToObjects="1">
      <p:cViewPr varScale="1">
        <p:scale>
          <a:sx n="71" d="100"/>
          <a:sy n="71" d="100"/>
        </p:scale>
        <p:origin x="1061" y="283"/>
      </p:cViewPr>
      <p:guideLst/>
    </p:cSldViewPr>
  </p:slideViewPr>
  <p:outlineViewPr>
    <p:cViewPr>
      <p:scale>
        <a:sx n="33" d="100"/>
        <a:sy n="33" d="100"/>
      </p:scale>
      <p:origin x="0" y="-647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86" d="100"/>
          <a:sy n="86" d="100"/>
        </p:scale>
        <p:origin x="279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54142-DEDA-1343-ACBF-88E53F7A9F8A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F3E68-592D-874C-9621-BB6EA5CE74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0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1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2F1531A-EB85-CA4F-AC19-8CC47A5357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590275"/>
            <a:ext cx="12192000" cy="18747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8BAB30-02AF-B04D-833C-3121DC7DDB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754" y="243379"/>
            <a:ext cx="5662246" cy="1655762"/>
          </a:xfrm>
        </p:spPr>
        <p:txBody>
          <a:bodyPr lIns="0" tIns="0" rIns="0" bIns="0" anchor="b" anchorCtr="0">
            <a:normAutofit/>
          </a:bodyPr>
          <a:lstStyle>
            <a:lvl1pPr algn="l">
              <a:lnSpc>
                <a:spcPct val="90000"/>
              </a:lnSpc>
              <a:defRPr sz="5000" b="1" i="0" spc="-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192CA4-6B7B-884B-B4DC-BFB8E4485B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3754" y="2093977"/>
            <a:ext cx="5662246" cy="1655762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grpSp>
        <p:nvGrpSpPr>
          <p:cNvPr id="12" name="Graphic 17">
            <a:extLst>
              <a:ext uri="{FF2B5EF4-FFF2-40B4-BE49-F238E27FC236}">
                <a16:creationId xmlns:a16="http://schemas.microsoft.com/office/drawing/2014/main" id="{235DD6E0-439A-BA4F-87F5-DF0E545906AA}"/>
              </a:ext>
            </a:extLst>
          </p:cNvPr>
          <p:cNvGrpSpPr/>
          <p:nvPr userDrawn="1"/>
        </p:nvGrpSpPr>
        <p:grpSpPr>
          <a:xfrm>
            <a:off x="11607408" y="6132443"/>
            <a:ext cx="290229" cy="432023"/>
            <a:chOff x="11607408" y="6132443"/>
            <a:chExt cx="290229" cy="432023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963CA9E-E5D1-654C-8D7B-B73D9F7B8388}"/>
                </a:ext>
              </a:extLst>
            </p:cNvPr>
            <p:cNvSpPr/>
            <p:nvPr/>
          </p:nvSpPr>
          <p:spPr>
            <a:xfrm>
              <a:off x="11607408" y="6132443"/>
              <a:ext cx="290229" cy="432023"/>
            </a:xfrm>
            <a:custGeom>
              <a:avLst/>
              <a:gdLst>
                <a:gd name="connsiteX0" fmla="*/ 290229 w 290229"/>
                <a:gd name="connsiteY0" fmla="*/ 0 h 432023"/>
                <a:gd name="connsiteX1" fmla="*/ 290229 w 290229"/>
                <a:gd name="connsiteY1" fmla="*/ 288428 h 432023"/>
                <a:gd name="connsiteX2" fmla="*/ 138895 w 290229"/>
                <a:gd name="connsiteY2" fmla="*/ 432023 h 432023"/>
                <a:gd name="connsiteX3" fmla="*/ 0 w 290229"/>
                <a:gd name="connsiteY3" fmla="*/ 288428 h 432023"/>
                <a:gd name="connsiteX4" fmla="*/ 138895 w 290229"/>
                <a:gd name="connsiteY4" fmla="*/ 144833 h 432023"/>
                <a:gd name="connsiteX5" fmla="*/ 242549 w 290229"/>
                <a:gd name="connsiteY5" fmla="*/ 198888 h 432023"/>
                <a:gd name="connsiteX6" fmla="*/ 242549 w 290229"/>
                <a:gd name="connsiteY6" fmla="*/ 0 h 432023"/>
                <a:gd name="connsiteX7" fmla="*/ 290229 w 290229"/>
                <a:gd name="connsiteY7" fmla="*/ 0 h 432023"/>
                <a:gd name="connsiteX8" fmla="*/ 242549 w 290229"/>
                <a:gd name="connsiteY8" fmla="*/ 288428 h 432023"/>
                <a:gd name="connsiteX9" fmla="*/ 144907 w 290229"/>
                <a:gd name="connsiteY9" fmla="*/ 190635 h 432023"/>
                <a:gd name="connsiteX10" fmla="*/ 47680 w 290229"/>
                <a:gd name="connsiteY10" fmla="*/ 288428 h 432023"/>
                <a:gd name="connsiteX11" fmla="*/ 144700 w 290229"/>
                <a:gd name="connsiteY11" fmla="*/ 386221 h 432023"/>
                <a:gd name="connsiteX12" fmla="*/ 242549 w 290229"/>
                <a:gd name="connsiteY12" fmla="*/ 288428 h 43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229" h="432023">
                  <a:moveTo>
                    <a:pt x="290229" y="0"/>
                  </a:moveTo>
                  <a:lnTo>
                    <a:pt x="290229" y="288428"/>
                  </a:lnTo>
                  <a:cubicBezTo>
                    <a:pt x="290229" y="347022"/>
                    <a:pt x="246073" y="432023"/>
                    <a:pt x="138895" y="432023"/>
                  </a:cubicBezTo>
                  <a:cubicBezTo>
                    <a:pt x="62607" y="432023"/>
                    <a:pt x="0" y="369304"/>
                    <a:pt x="0" y="288428"/>
                  </a:cubicBezTo>
                  <a:cubicBezTo>
                    <a:pt x="0" y="207553"/>
                    <a:pt x="62607" y="144833"/>
                    <a:pt x="138895" y="144833"/>
                  </a:cubicBezTo>
                  <a:cubicBezTo>
                    <a:pt x="185539" y="144833"/>
                    <a:pt x="220574" y="165671"/>
                    <a:pt x="242549" y="198888"/>
                  </a:cubicBezTo>
                  <a:lnTo>
                    <a:pt x="242549" y="0"/>
                  </a:lnTo>
                  <a:lnTo>
                    <a:pt x="290229" y="0"/>
                  </a:lnTo>
                  <a:close/>
                  <a:moveTo>
                    <a:pt x="242549" y="288428"/>
                  </a:moveTo>
                  <a:cubicBezTo>
                    <a:pt x="242549" y="232723"/>
                    <a:pt x="200258" y="190635"/>
                    <a:pt x="144907" y="190635"/>
                  </a:cubicBezTo>
                  <a:cubicBezTo>
                    <a:pt x="89971" y="190635"/>
                    <a:pt x="47680" y="232723"/>
                    <a:pt x="47680" y="288428"/>
                  </a:cubicBezTo>
                  <a:cubicBezTo>
                    <a:pt x="47680" y="344133"/>
                    <a:pt x="89971" y="386221"/>
                    <a:pt x="144700" y="386221"/>
                  </a:cubicBezTo>
                  <a:cubicBezTo>
                    <a:pt x="200258" y="386221"/>
                    <a:pt x="242341" y="344133"/>
                    <a:pt x="242549" y="288428"/>
                  </a:cubicBezTo>
                </a:path>
              </a:pathLst>
            </a:custGeom>
            <a:solidFill>
              <a:srgbClr val="FFFFFF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3BAAC9B-8556-3B48-8673-5222F8DFA1DF}"/>
                </a:ext>
              </a:extLst>
            </p:cNvPr>
            <p:cNvSpPr/>
            <p:nvPr/>
          </p:nvSpPr>
          <p:spPr>
            <a:xfrm>
              <a:off x="11655088" y="6323077"/>
              <a:ext cx="194868" cy="195586"/>
            </a:xfrm>
            <a:custGeom>
              <a:avLst/>
              <a:gdLst>
                <a:gd name="connsiteX0" fmla="*/ 194868 w 194868"/>
                <a:gd name="connsiteY0" fmla="*/ 97793 h 195586"/>
                <a:gd name="connsiteX1" fmla="*/ 97227 w 194868"/>
                <a:gd name="connsiteY1" fmla="*/ 0 h 195586"/>
                <a:gd name="connsiteX2" fmla="*/ 0 w 194868"/>
                <a:gd name="connsiteY2" fmla="*/ 97793 h 195586"/>
                <a:gd name="connsiteX3" fmla="*/ 97019 w 194868"/>
                <a:gd name="connsiteY3" fmla="*/ 195586 h 195586"/>
                <a:gd name="connsiteX4" fmla="*/ 194868 w 194868"/>
                <a:gd name="connsiteY4" fmla="*/ 97793 h 1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868" h="195586">
                  <a:moveTo>
                    <a:pt x="194868" y="97793"/>
                  </a:moveTo>
                  <a:cubicBezTo>
                    <a:pt x="194868" y="42088"/>
                    <a:pt x="152578" y="0"/>
                    <a:pt x="97227" y="0"/>
                  </a:cubicBezTo>
                  <a:cubicBezTo>
                    <a:pt x="42291" y="0"/>
                    <a:pt x="0" y="42088"/>
                    <a:pt x="0" y="97793"/>
                  </a:cubicBezTo>
                  <a:cubicBezTo>
                    <a:pt x="0" y="153498"/>
                    <a:pt x="42291" y="195586"/>
                    <a:pt x="97019" y="195586"/>
                  </a:cubicBezTo>
                  <a:cubicBezTo>
                    <a:pt x="152578" y="195586"/>
                    <a:pt x="194661" y="153498"/>
                    <a:pt x="194868" y="97793"/>
                  </a:cubicBezTo>
                </a:path>
              </a:pathLst>
            </a:custGeom>
            <a:solidFill>
              <a:schemeClr val="bg2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73D9A6F-453B-634F-BF92-D935B4ABB998}"/>
              </a:ext>
            </a:extLst>
          </p:cNvPr>
          <p:cNvSpPr txBox="1"/>
          <p:nvPr userDrawn="1"/>
        </p:nvSpPr>
        <p:spPr>
          <a:xfrm>
            <a:off x="433755" y="6218083"/>
            <a:ext cx="231992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17A898-970D-3041-86C6-F4A15857945A}" type="slidenum">
              <a:rPr lang="en-US" sz="800" smtClean="0">
                <a:solidFill>
                  <a:schemeClr val="bg1"/>
                </a:solidFill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2A547E13-8B99-5348-B5A6-DC7FE685C8A3}"/>
              </a:ext>
            </a:extLst>
          </p:cNvPr>
          <p:cNvSpPr txBox="1">
            <a:spLocks/>
          </p:cNvSpPr>
          <p:nvPr userDrawn="1"/>
        </p:nvSpPr>
        <p:spPr>
          <a:xfrm>
            <a:off x="694800" y="6195600"/>
            <a:ext cx="2887306" cy="367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we commit. we deliver.</a:t>
            </a:r>
          </a:p>
        </p:txBody>
      </p:sp>
    </p:spTree>
    <p:extLst>
      <p:ext uri="{BB962C8B-B14F-4D97-AF65-F5344CB8AC3E}">
        <p14:creationId xmlns:p14="http://schemas.microsoft.com/office/powerpoint/2010/main" val="286128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hi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EAD9949-42AE-0E43-BDB0-437EAD35A37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754" y="360609"/>
            <a:ext cx="10234246" cy="1022713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90000"/>
              </a:lnSpc>
              <a:defRPr sz="4000" b="0" i="0" spc="-100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grpSp>
        <p:nvGrpSpPr>
          <p:cNvPr id="10" name="Graphic 36">
            <a:extLst>
              <a:ext uri="{FF2B5EF4-FFF2-40B4-BE49-F238E27FC236}">
                <a16:creationId xmlns:a16="http://schemas.microsoft.com/office/drawing/2014/main" id="{B9AC6E5A-99B1-CE41-BDA1-F5698E5875CA}"/>
              </a:ext>
            </a:extLst>
          </p:cNvPr>
          <p:cNvGrpSpPr/>
          <p:nvPr userDrawn="1"/>
        </p:nvGrpSpPr>
        <p:grpSpPr>
          <a:xfrm>
            <a:off x="11607408" y="6132443"/>
            <a:ext cx="290229" cy="432023"/>
            <a:chOff x="11607408" y="6132443"/>
            <a:chExt cx="290229" cy="432023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87B87E3-26A2-F441-807D-35E7B38A8872}"/>
                </a:ext>
              </a:extLst>
            </p:cNvPr>
            <p:cNvSpPr/>
            <p:nvPr/>
          </p:nvSpPr>
          <p:spPr>
            <a:xfrm>
              <a:off x="11645345" y="6313298"/>
              <a:ext cx="214355" cy="215145"/>
            </a:xfrm>
            <a:custGeom>
              <a:avLst/>
              <a:gdLst>
                <a:gd name="connsiteX0" fmla="*/ 194868 w 194868"/>
                <a:gd name="connsiteY0" fmla="*/ 97793 h 195586"/>
                <a:gd name="connsiteX1" fmla="*/ 97227 w 194868"/>
                <a:gd name="connsiteY1" fmla="*/ 0 h 195586"/>
                <a:gd name="connsiteX2" fmla="*/ 0 w 194868"/>
                <a:gd name="connsiteY2" fmla="*/ 97793 h 195586"/>
                <a:gd name="connsiteX3" fmla="*/ 97019 w 194868"/>
                <a:gd name="connsiteY3" fmla="*/ 195586 h 195586"/>
                <a:gd name="connsiteX4" fmla="*/ 194868 w 194868"/>
                <a:gd name="connsiteY4" fmla="*/ 97793 h 1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868" h="195586">
                  <a:moveTo>
                    <a:pt x="194868" y="97793"/>
                  </a:moveTo>
                  <a:cubicBezTo>
                    <a:pt x="194868" y="42088"/>
                    <a:pt x="152578" y="0"/>
                    <a:pt x="97227" y="0"/>
                  </a:cubicBezTo>
                  <a:cubicBezTo>
                    <a:pt x="42291" y="0"/>
                    <a:pt x="0" y="42088"/>
                    <a:pt x="0" y="97793"/>
                  </a:cubicBezTo>
                  <a:cubicBezTo>
                    <a:pt x="0" y="153498"/>
                    <a:pt x="42291" y="195586"/>
                    <a:pt x="97019" y="195586"/>
                  </a:cubicBezTo>
                  <a:cubicBezTo>
                    <a:pt x="152578" y="195586"/>
                    <a:pt x="194661" y="153498"/>
                    <a:pt x="194868" y="97793"/>
                  </a:cubicBezTo>
                </a:path>
              </a:pathLst>
            </a:custGeom>
            <a:solidFill>
              <a:schemeClr val="bg2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D2B73D8-3C25-A347-91D9-D0B671452392}"/>
                </a:ext>
              </a:extLst>
            </p:cNvPr>
            <p:cNvSpPr/>
            <p:nvPr/>
          </p:nvSpPr>
          <p:spPr>
            <a:xfrm>
              <a:off x="11607408" y="6132443"/>
              <a:ext cx="290229" cy="432023"/>
            </a:xfrm>
            <a:custGeom>
              <a:avLst/>
              <a:gdLst>
                <a:gd name="connsiteX0" fmla="*/ 290229 w 290229"/>
                <a:gd name="connsiteY0" fmla="*/ 0 h 432023"/>
                <a:gd name="connsiteX1" fmla="*/ 290229 w 290229"/>
                <a:gd name="connsiteY1" fmla="*/ 288428 h 432023"/>
                <a:gd name="connsiteX2" fmla="*/ 138895 w 290229"/>
                <a:gd name="connsiteY2" fmla="*/ 432023 h 432023"/>
                <a:gd name="connsiteX3" fmla="*/ 0 w 290229"/>
                <a:gd name="connsiteY3" fmla="*/ 288428 h 432023"/>
                <a:gd name="connsiteX4" fmla="*/ 138895 w 290229"/>
                <a:gd name="connsiteY4" fmla="*/ 144833 h 432023"/>
                <a:gd name="connsiteX5" fmla="*/ 242549 w 290229"/>
                <a:gd name="connsiteY5" fmla="*/ 198888 h 432023"/>
                <a:gd name="connsiteX6" fmla="*/ 242549 w 290229"/>
                <a:gd name="connsiteY6" fmla="*/ 0 h 432023"/>
                <a:gd name="connsiteX7" fmla="*/ 290229 w 290229"/>
                <a:gd name="connsiteY7" fmla="*/ 0 h 432023"/>
                <a:gd name="connsiteX8" fmla="*/ 242549 w 290229"/>
                <a:gd name="connsiteY8" fmla="*/ 288428 h 432023"/>
                <a:gd name="connsiteX9" fmla="*/ 144907 w 290229"/>
                <a:gd name="connsiteY9" fmla="*/ 190635 h 432023"/>
                <a:gd name="connsiteX10" fmla="*/ 47680 w 290229"/>
                <a:gd name="connsiteY10" fmla="*/ 288428 h 432023"/>
                <a:gd name="connsiteX11" fmla="*/ 144700 w 290229"/>
                <a:gd name="connsiteY11" fmla="*/ 386221 h 432023"/>
                <a:gd name="connsiteX12" fmla="*/ 242549 w 290229"/>
                <a:gd name="connsiteY12" fmla="*/ 288428 h 43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229" h="432023">
                  <a:moveTo>
                    <a:pt x="290229" y="0"/>
                  </a:moveTo>
                  <a:lnTo>
                    <a:pt x="290229" y="288428"/>
                  </a:lnTo>
                  <a:cubicBezTo>
                    <a:pt x="290229" y="347022"/>
                    <a:pt x="246073" y="432023"/>
                    <a:pt x="138895" y="432023"/>
                  </a:cubicBezTo>
                  <a:cubicBezTo>
                    <a:pt x="62607" y="432023"/>
                    <a:pt x="0" y="369304"/>
                    <a:pt x="0" y="288428"/>
                  </a:cubicBezTo>
                  <a:cubicBezTo>
                    <a:pt x="0" y="207553"/>
                    <a:pt x="62607" y="144833"/>
                    <a:pt x="138895" y="144833"/>
                  </a:cubicBezTo>
                  <a:cubicBezTo>
                    <a:pt x="185539" y="144833"/>
                    <a:pt x="220574" y="165671"/>
                    <a:pt x="242549" y="198888"/>
                  </a:cubicBezTo>
                  <a:lnTo>
                    <a:pt x="242549" y="0"/>
                  </a:lnTo>
                  <a:lnTo>
                    <a:pt x="290229" y="0"/>
                  </a:lnTo>
                  <a:close/>
                  <a:moveTo>
                    <a:pt x="242549" y="288428"/>
                  </a:moveTo>
                  <a:cubicBezTo>
                    <a:pt x="242549" y="232723"/>
                    <a:pt x="200258" y="190635"/>
                    <a:pt x="144907" y="190635"/>
                  </a:cubicBezTo>
                  <a:cubicBezTo>
                    <a:pt x="89971" y="190635"/>
                    <a:pt x="47680" y="232723"/>
                    <a:pt x="47680" y="288428"/>
                  </a:cubicBezTo>
                  <a:cubicBezTo>
                    <a:pt x="47680" y="344133"/>
                    <a:pt x="89971" y="386221"/>
                    <a:pt x="144700" y="386221"/>
                  </a:cubicBezTo>
                  <a:cubicBezTo>
                    <a:pt x="200258" y="386221"/>
                    <a:pt x="242341" y="344133"/>
                    <a:pt x="242549" y="288428"/>
                  </a:cubicBezTo>
                </a:path>
              </a:pathLst>
            </a:custGeom>
            <a:solidFill>
              <a:srgbClr val="3B3836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E072F6A-2A74-964C-B3AA-DE0F7F431639}"/>
              </a:ext>
            </a:extLst>
          </p:cNvPr>
          <p:cNvSpPr txBox="1"/>
          <p:nvPr userDrawn="1"/>
        </p:nvSpPr>
        <p:spPr>
          <a:xfrm>
            <a:off x="433755" y="6218083"/>
            <a:ext cx="231992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17A898-970D-3041-86C6-F4A15857945A}" type="slidenum">
              <a:rPr lang="en-US" sz="800" smtClean="0">
                <a:solidFill>
                  <a:schemeClr val="tx2"/>
                </a:solidFill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2E20034-984C-9D48-B6DA-CCA8550001DB}"/>
              </a:ext>
            </a:extLst>
          </p:cNvPr>
          <p:cNvSpPr txBox="1">
            <a:spLocks/>
          </p:cNvSpPr>
          <p:nvPr userDrawn="1"/>
        </p:nvSpPr>
        <p:spPr>
          <a:xfrm>
            <a:off x="694800" y="6195600"/>
            <a:ext cx="2887306" cy="367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commit. we deliver.</a:t>
            </a:r>
          </a:p>
        </p:txBody>
      </p:sp>
    </p:spTree>
    <p:extLst>
      <p:ext uri="{BB962C8B-B14F-4D97-AF65-F5344CB8AC3E}">
        <p14:creationId xmlns:p14="http://schemas.microsoft.com/office/powerpoint/2010/main" val="155599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Icons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EAD9949-42AE-0E43-BDB0-437EAD35A37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3754" y="360609"/>
            <a:ext cx="10234246" cy="1022713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90000"/>
              </a:lnSpc>
              <a:defRPr sz="4000" b="0" i="0" spc="-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5404E741-ABD1-A748-9978-41D7EC74D0C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75378" y="1402701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78555FE-57B5-374C-B707-1713965B2A8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792886" y="1402701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7F8961A4-BCAD-4D4C-9DB6-4D7E9B3FF43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110394" y="1402701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76A9E75D-0AC6-7641-A280-EEBCBD2A2A3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427902" y="1402701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4" name="Picture Placeholder 16">
            <a:extLst>
              <a:ext uri="{FF2B5EF4-FFF2-40B4-BE49-F238E27FC236}">
                <a16:creationId xmlns:a16="http://schemas.microsoft.com/office/drawing/2014/main" id="{9149DED7-C9DE-454E-BB16-6E99E447860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745410" y="1402701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5" name="Picture Placeholder 16">
            <a:extLst>
              <a:ext uri="{FF2B5EF4-FFF2-40B4-BE49-F238E27FC236}">
                <a16:creationId xmlns:a16="http://schemas.microsoft.com/office/drawing/2014/main" id="{B7F919AA-2972-8947-8322-979A1AB9561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62918" y="1402701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Picture Placeholder 16">
            <a:extLst>
              <a:ext uri="{FF2B5EF4-FFF2-40B4-BE49-F238E27FC236}">
                <a16:creationId xmlns:a16="http://schemas.microsoft.com/office/drawing/2014/main" id="{0F48A45C-B169-AE4C-AEE7-332D4547FC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380425" y="1402701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579CAEC7-11D7-7246-828A-D88BB1F8EA1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490589" y="2521337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D1F412EB-2AC2-204C-B221-38F629ED761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808097" y="2521337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E066FB67-55BF-6C4C-8666-803D4E305EE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125605" y="2521337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86252146-32D6-BE43-8F65-CB867D66890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443113" y="2521337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DE7FB162-90D0-4742-9A40-4A996FF17E9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60621" y="2521337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Picture Placeholder 16">
            <a:extLst>
              <a:ext uri="{FF2B5EF4-FFF2-40B4-BE49-F238E27FC236}">
                <a16:creationId xmlns:a16="http://schemas.microsoft.com/office/drawing/2014/main" id="{B6BBE125-E235-484E-8214-27AD6E298E1B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78129" y="2521337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7E696E55-5030-6C41-84BC-AACFD2F4647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395636" y="2521337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Picture Placeholder 16">
            <a:extLst>
              <a:ext uri="{FF2B5EF4-FFF2-40B4-BE49-F238E27FC236}">
                <a16:creationId xmlns:a16="http://schemas.microsoft.com/office/drawing/2014/main" id="{0424C81A-789F-9240-94CD-AA8280E5C77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490589" y="3639973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5" name="Picture Placeholder 16">
            <a:extLst>
              <a:ext uri="{FF2B5EF4-FFF2-40B4-BE49-F238E27FC236}">
                <a16:creationId xmlns:a16="http://schemas.microsoft.com/office/drawing/2014/main" id="{98BB00C5-7324-F747-956F-8D5E320BE6F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808097" y="3639973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43B7932B-C3F3-2743-9DF5-5BF27981895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125605" y="3639973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A1376703-38D6-6445-9CFD-580DC1D7D68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443113" y="3639973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8" name="Picture Placeholder 16">
            <a:extLst>
              <a:ext uri="{FF2B5EF4-FFF2-40B4-BE49-F238E27FC236}">
                <a16:creationId xmlns:a16="http://schemas.microsoft.com/office/drawing/2014/main" id="{D9FB68C4-517A-7A49-94CC-5BB71F74284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760621" y="3639973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A059E0E6-451E-4945-83C6-E4AE2732281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078129" y="3639973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0" name="Picture Placeholder 16">
            <a:extLst>
              <a:ext uri="{FF2B5EF4-FFF2-40B4-BE49-F238E27FC236}">
                <a16:creationId xmlns:a16="http://schemas.microsoft.com/office/drawing/2014/main" id="{8FD5228A-BF01-8945-B6D1-7C45699A436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395636" y="3639973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1" name="Picture Placeholder 16">
            <a:extLst>
              <a:ext uri="{FF2B5EF4-FFF2-40B4-BE49-F238E27FC236}">
                <a16:creationId xmlns:a16="http://schemas.microsoft.com/office/drawing/2014/main" id="{2AD458D2-4D10-C344-AE5B-643A7636A4BE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505800" y="4758609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2" name="Picture Placeholder 16">
            <a:extLst>
              <a:ext uri="{FF2B5EF4-FFF2-40B4-BE49-F238E27FC236}">
                <a16:creationId xmlns:a16="http://schemas.microsoft.com/office/drawing/2014/main" id="{61B6E90E-5CC7-234A-A75A-A1682142219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823308" y="4758609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3" name="Picture Placeholder 16">
            <a:extLst>
              <a:ext uri="{FF2B5EF4-FFF2-40B4-BE49-F238E27FC236}">
                <a16:creationId xmlns:a16="http://schemas.microsoft.com/office/drawing/2014/main" id="{490E5521-9FB5-3A41-B60B-17FCC717625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140816" y="4758609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3DF1DAD4-7E30-D34F-841E-86074A19C8AA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458324" y="4758609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5" name="Picture Placeholder 16">
            <a:extLst>
              <a:ext uri="{FF2B5EF4-FFF2-40B4-BE49-F238E27FC236}">
                <a16:creationId xmlns:a16="http://schemas.microsoft.com/office/drawing/2014/main" id="{BB92F025-DFF3-9C4B-B7C0-2FA5CAB6111D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775832" y="4758609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6" name="Picture Placeholder 16">
            <a:extLst>
              <a:ext uri="{FF2B5EF4-FFF2-40B4-BE49-F238E27FC236}">
                <a16:creationId xmlns:a16="http://schemas.microsoft.com/office/drawing/2014/main" id="{3F1E4A74-F971-784D-A905-8FB5D762CEAD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093340" y="4758609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37" name="Picture Placeholder 16">
            <a:extLst>
              <a:ext uri="{FF2B5EF4-FFF2-40B4-BE49-F238E27FC236}">
                <a16:creationId xmlns:a16="http://schemas.microsoft.com/office/drawing/2014/main" id="{3134AE4A-2971-1B41-B628-D9DE06C225E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410847" y="4758609"/>
            <a:ext cx="868363" cy="868362"/>
          </a:xfrm>
          <a:noFill/>
        </p:spPr>
        <p:txBody>
          <a:bodyPr lIns="0" tIns="0" rIns="0" bIns="0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grpSp>
        <p:nvGrpSpPr>
          <p:cNvPr id="39" name="Graphic 17">
            <a:extLst>
              <a:ext uri="{FF2B5EF4-FFF2-40B4-BE49-F238E27FC236}">
                <a16:creationId xmlns:a16="http://schemas.microsoft.com/office/drawing/2014/main" id="{C5E4557C-A0BD-C845-A36B-973229BF224D}"/>
              </a:ext>
            </a:extLst>
          </p:cNvPr>
          <p:cNvGrpSpPr/>
          <p:nvPr userDrawn="1"/>
        </p:nvGrpSpPr>
        <p:grpSpPr>
          <a:xfrm>
            <a:off x="11607408" y="6132443"/>
            <a:ext cx="290229" cy="432023"/>
            <a:chOff x="11607408" y="6132443"/>
            <a:chExt cx="290229" cy="432023"/>
          </a:xfrm>
        </p:grpSpPr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FB97CABF-EE4F-8C44-BCF3-883A8E36CE24}"/>
                </a:ext>
              </a:extLst>
            </p:cNvPr>
            <p:cNvSpPr/>
            <p:nvPr/>
          </p:nvSpPr>
          <p:spPr>
            <a:xfrm>
              <a:off x="11607408" y="6132443"/>
              <a:ext cx="290229" cy="432023"/>
            </a:xfrm>
            <a:custGeom>
              <a:avLst/>
              <a:gdLst>
                <a:gd name="connsiteX0" fmla="*/ 290229 w 290229"/>
                <a:gd name="connsiteY0" fmla="*/ 0 h 432023"/>
                <a:gd name="connsiteX1" fmla="*/ 290229 w 290229"/>
                <a:gd name="connsiteY1" fmla="*/ 288428 h 432023"/>
                <a:gd name="connsiteX2" fmla="*/ 138895 w 290229"/>
                <a:gd name="connsiteY2" fmla="*/ 432023 h 432023"/>
                <a:gd name="connsiteX3" fmla="*/ 0 w 290229"/>
                <a:gd name="connsiteY3" fmla="*/ 288428 h 432023"/>
                <a:gd name="connsiteX4" fmla="*/ 138895 w 290229"/>
                <a:gd name="connsiteY4" fmla="*/ 144833 h 432023"/>
                <a:gd name="connsiteX5" fmla="*/ 242549 w 290229"/>
                <a:gd name="connsiteY5" fmla="*/ 198888 h 432023"/>
                <a:gd name="connsiteX6" fmla="*/ 242549 w 290229"/>
                <a:gd name="connsiteY6" fmla="*/ 0 h 432023"/>
                <a:gd name="connsiteX7" fmla="*/ 290229 w 290229"/>
                <a:gd name="connsiteY7" fmla="*/ 0 h 432023"/>
                <a:gd name="connsiteX8" fmla="*/ 242549 w 290229"/>
                <a:gd name="connsiteY8" fmla="*/ 288428 h 432023"/>
                <a:gd name="connsiteX9" fmla="*/ 144907 w 290229"/>
                <a:gd name="connsiteY9" fmla="*/ 190635 h 432023"/>
                <a:gd name="connsiteX10" fmla="*/ 47680 w 290229"/>
                <a:gd name="connsiteY10" fmla="*/ 288428 h 432023"/>
                <a:gd name="connsiteX11" fmla="*/ 144700 w 290229"/>
                <a:gd name="connsiteY11" fmla="*/ 386221 h 432023"/>
                <a:gd name="connsiteX12" fmla="*/ 242549 w 290229"/>
                <a:gd name="connsiteY12" fmla="*/ 288428 h 432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229" h="432023">
                  <a:moveTo>
                    <a:pt x="290229" y="0"/>
                  </a:moveTo>
                  <a:lnTo>
                    <a:pt x="290229" y="288428"/>
                  </a:lnTo>
                  <a:cubicBezTo>
                    <a:pt x="290229" y="347022"/>
                    <a:pt x="246073" y="432023"/>
                    <a:pt x="138895" y="432023"/>
                  </a:cubicBezTo>
                  <a:cubicBezTo>
                    <a:pt x="62607" y="432023"/>
                    <a:pt x="0" y="369304"/>
                    <a:pt x="0" y="288428"/>
                  </a:cubicBezTo>
                  <a:cubicBezTo>
                    <a:pt x="0" y="207553"/>
                    <a:pt x="62607" y="144833"/>
                    <a:pt x="138895" y="144833"/>
                  </a:cubicBezTo>
                  <a:cubicBezTo>
                    <a:pt x="185539" y="144833"/>
                    <a:pt x="220574" y="165671"/>
                    <a:pt x="242549" y="198888"/>
                  </a:cubicBezTo>
                  <a:lnTo>
                    <a:pt x="242549" y="0"/>
                  </a:lnTo>
                  <a:lnTo>
                    <a:pt x="290229" y="0"/>
                  </a:lnTo>
                  <a:close/>
                  <a:moveTo>
                    <a:pt x="242549" y="288428"/>
                  </a:moveTo>
                  <a:cubicBezTo>
                    <a:pt x="242549" y="232723"/>
                    <a:pt x="200258" y="190635"/>
                    <a:pt x="144907" y="190635"/>
                  </a:cubicBezTo>
                  <a:cubicBezTo>
                    <a:pt x="89971" y="190635"/>
                    <a:pt x="47680" y="232723"/>
                    <a:pt x="47680" y="288428"/>
                  </a:cubicBezTo>
                  <a:cubicBezTo>
                    <a:pt x="47680" y="344133"/>
                    <a:pt x="89971" y="386221"/>
                    <a:pt x="144700" y="386221"/>
                  </a:cubicBezTo>
                  <a:cubicBezTo>
                    <a:pt x="200258" y="386221"/>
                    <a:pt x="242341" y="344133"/>
                    <a:pt x="242549" y="288428"/>
                  </a:cubicBezTo>
                </a:path>
              </a:pathLst>
            </a:custGeom>
            <a:solidFill>
              <a:srgbClr val="FFFFFF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DD529A4B-03E9-4D4C-A337-F5AF5EA0CD85}"/>
                </a:ext>
              </a:extLst>
            </p:cNvPr>
            <p:cNvSpPr/>
            <p:nvPr/>
          </p:nvSpPr>
          <p:spPr>
            <a:xfrm>
              <a:off x="11655088" y="6323077"/>
              <a:ext cx="194868" cy="195586"/>
            </a:xfrm>
            <a:custGeom>
              <a:avLst/>
              <a:gdLst>
                <a:gd name="connsiteX0" fmla="*/ 194868 w 194868"/>
                <a:gd name="connsiteY0" fmla="*/ 97793 h 195586"/>
                <a:gd name="connsiteX1" fmla="*/ 97227 w 194868"/>
                <a:gd name="connsiteY1" fmla="*/ 0 h 195586"/>
                <a:gd name="connsiteX2" fmla="*/ 0 w 194868"/>
                <a:gd name="connsiteY2" fmla="*/ 97793 h 195586"/>
                <a:gd name="connsiteX3" fmla="*/ 97019 w 194868"/>
                <a:gd name="connsiteY3" fmla="*/ 195586 h 195586"/>
                <a:gd name="connsiteX4" fmla="*/ 194868 w 194868"/>
                <a:gd name="connsiteY4" fmla="*/ 97793 h 1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868" h="195586">
                  <a:moveTo>
                    <a:pt x="194868" y="97793"/>
                  </a:moveTo>
                  <a:cubicBezTo>
                    <a:pt x="194868" y="42088"/>
                    <a:pt x="152578" y="0"/>
                    <a:pt x="97227" y="0"/>
                  </a:cubicBezTo>
                  <a:cubicBezTo>
                    <a:pt x="42291" y="0"/>
                    <a:pt x="0" y="42088"/>
                    <a:pt x="0" y="97793"/>
                  </a:cubicBezTo>
                  <a:cubicBezTo>
                    <a:pt x="0" y="153498"/>
                    <a:pt x="42291" y="195586"/>
                    <a:pt x="97019" y="195586"/>
                  </a:cubicBezTo>
                  <a:cubicBezTo>
                    <a:pt x="152578" y="195586"/>
                    <a:pt x="194661" y="153498"/>
                    <a:pt x="194868" y="97793"/>
                  </a:cubicBezTo>
                </a:path>
              </a:pathLst>
            </a:custGeom>
            <a:solidFill>
              <a:schemeClr val="bg2"/>
            </a:solidFill>
            <a:ln w="2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2B66797F-9F66-E844-930B-C7719915AEB2}"/>
              </a:ext>
            </a:extLst>
          </p:cNvPr>
          <p:cNvSpPr txBox="1"/>
          <p:nvPr userDrawn="1"/>
        </p:nvSpPr>
        <p:spPr>
          <a:xfrm>
            <a:off x="433755" y="6218083"/>
            <a:ext cx="231992" cy="363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17A898-970D-3041-86C6-F4A15857945A}" type="slidenum">
              <a:rPr lang="en-US" sz="800" smtClean="0">
                <a:solidFill>
                  <a:schemeClr val="bg1"/>
                </a:solidFill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9F53B7BA-EC91-A649-943C-5E42E71DD59D}"/>
              </a:ext>
            </a:extLst>
          </p:cNvPr>
          <p:cNvSpPr txBox="1">
            <a:spLocks/>
          </p:cNvSpPr>
          <p:nvPr userDrawn="1"/>
        </p:nvSpPr>
        <p:spPr>
          <a:xfrm>
            <a:off x="694800" y="6195600"/>
            <a:ext cx="2887306" cy="367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we commit. we deliver.</a:t>
            </a:r>
          </a:p>
        </p:txBody>
      </p:sp>
    </p:spTree>
    <p:extLst>
      <p:ext uri="{BB962C8B-B14F-4D97-AF65-F5344CB8AC3E}">
        <p14:creationId xmlns:p14="http://schemas.microsoft.com/office/powerpoint/2010/main" val="341252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B20BC1-7F33-0D49-BF42-A05261E3F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D79E7-5DB4-7140-A69D-97EF6CE08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620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75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1000"/>
        </a:spcAft>
        <a:buClr>
          <a:schemeClr val="tx2"/>
        </a:buClr>
        <a:buFont typeface="Arial" panose="020B0604020202020204" pitchFamily="34" charset="0"/>
        <a:buNone/>
        <a:defRPr sz="20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100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1000"/>
        </a:spcAft>
        <a:buClr>
          <a:schemeClr val="tx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750"/>
        </a:spcAft>
        <a:buClr>
          <a:schemeClr val="tx2"/>
        </a:buClr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500"/>
        </a:spcAft>
        <a:buClr>
          <a:schemeClr val="tx1"/>
        </a:buClr>
        <a:buFont typeface="System Font Regular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0" algn="l" defTabSz="914400" rtl="0" eaLnBrk="1" latinLnBrk="0" hangingPunct="1">
        <a:lnSpc>
          <a:spcPct val="90000"/>
        </a:lnSpc>
        <a:spcBef>
          <a:spcPts val="0"/>
        </a:spcBef>
        <a:spcAft>
          <a:spcPts val="500"/>
        </a:spcAft>
        <a:buClr>
          <a:schemeClr val="tx1"/>
        </a:buClr>
        <a:buFont typeface="System Font Regular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0.sv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hyperlink" Target="https://youtu.be/yBbOg8JCXek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1D72E-5361-D943-BBC7-9A0B142935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graphic elements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170D2-807D-6743-ADC1-849E82D408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elements that define and shape our visual language.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82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4E8225-A691-104C-94D8-8C52D63ACA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graphic elements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2F76A04-3F06-F245-A2CE-54BB1D08027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8537" y="1602219"/>
            <a:ext cx="6089270" cy="182678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2C59E3-B48E-654A-A0E6-F61BDDCF8FD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8537" y="3653009"/>
            <a:ext cx="5929436" cy="1819723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6F623F3-8FC1-3D4A-AA2D-8013E5A9C118}"/>
              </a:ext>
            </a:extLst>
          </p:cNvPr>
          <p:cNvGrpSpPr>
            <a:grpSpLocks noChangeAspect="1"/>
          </p:cNvGrpSpPr>
          <p:nvPr/>
        </p:nvGrpSpPr>
        <p:grpSpPr>
          <a:xfrm>
            <a:off x="9689921" y="1067350"/>
            <a:ext cx="1584255" cy="1584255"/>
            <a:chOff x="9252268" y="1383322"/>
            <a:chExt cx="1584255" cy="158425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B0AD5CB-5619-AB41-B750-95C5B957E8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252268" y="1383322"/>
              <a:ext cx="1584255" cy="1584255"/>
            </a:xfrm>
            <a:prstGeom prst="rect">
              <a:avLst/>
            </a:prstGeom>
          </p:spPr>
        </p:pic>
        <p:sp>
          <p:nvSpPr>
            <p:cNvPr id="26" name="Text Placeholder 8">
              <a:extLst>
                <a:ext uri="{FF2B5EF4-FFF2-40B4-BE49-F238E27FC236}">
                  <a16:creationId xmlns:a16="http://schemas.microsoft.com/office/drawing/2014/main" id="{3194C659-7D21-4347-9991-901992D09051}"/>
                </a:ext>
              </a:extLst>
            </p:cNvPr>
            <p:cNvSpPr txBox="1">
              <a:spLocks/>
            </p:cNvSpPr>
            <p:nvPr/>
          </p:nvSpPr>
          <p:spPr>
            <a:xfrm>
              <a:off x="9252268" y="1931769"/>
              <a:ext cx="1584255" cy="60628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4000" b="1" dirty="0">
                  <a:solidFill>
                    <a:schemeClr val="bg1"/>
                  </a:solidFill>
                  <a:latin typeface="Avenir Next" panose="020B0503020202020204" pitchFamily="34" charset="0"/>
                </a:rPr>
                <a:t>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BC36433-5142-8349-B9B9-E1FDD4F6942F}"/>
              </a:ext>
            </a:extLst>
          </p:cNvPr>
          <p:cNvGrpSpPr>
            <a:grpSpLocks noChangeAspect="1"/>
          </p:cNvGrpSpPr>
          <p:nvPr/>
        </p:nvGrpSpPr>
        <p:grpSpPr>
          <a:xfrm>
            <a:off x="9689921" y="3003112"/>
            <a:ext cx="1584255" cy="1584255"/>
            <a:chOff x="9252268" y="1383322"/>
            <a:chExt cx="1584255" cy="158425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BBB2361-44CE-614C-8FCE-1EB6410FD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252268" y="1383322"/>
              <a:ext cx="1584255" cy="1584255"/>
            </a:xfrm>
            <a:prstGeom prst="rect">
              <a:avLst/>
            </a:prstGeom>
          </p:spPr>
        </p:pic>
        <p:sp>
          <p:nvSpPr>
            <p:cNvPr id="29" name="Text Placeholder 8">
              <a:extLst>
                <a:ext uri="{FF2B5EF4-FFF2-40B4-BE49-F238E27FC236}">
                  <a16:creationId xmlns:a16="http://schemas.microsoft.com/office/drawing/2014/main" id="{FB254576-B5F2-334E-8084-CE5294F867A1}"/>
                </a:ext>
              </a:extLst>
            </p:cNvPr>
            <p:cNvSpPr txBox="1">
              <a:spLocks/>
            </p:cNvSpPr>
            <p:nvPr/>
          </p:nvSpPr>
          <p:spPr>
            <a:xfrm>
              <a:off x="9252268" y="1931769"/>
              <a:ext cx="1584255" cy="60628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4000" b="1" dirty="0">
                  <a:solidFill>
                    <a:schemeClr val="bg1"/>
                  </a:solidFill>
                  <a:latin typeface="Avenir Next" panose="020B0503020202020204" pitchFamily="34" charset="0"/>
                </a:rPr>
                <a:t>1</a:t>
              </a:r>
            </a:p>
          </p:txBody>
        </p:sp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0DD1E568-BA1E-F240-8364-3AE34F55E48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1372" y="4875803"/>
            <a:ext cx="579212" cy="31059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08A8B40-ABB0-9C42-9BBA-E8F2A46A4FE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7623730" y="5492666"/>
            <a:ext cx="579212" cy="31059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3FC8A83-0081-0C49-90B6-10658817C2C3}"/>
              </a:ext>
            </a:extLst>
          </p:cNvPr>
          <p:cNvGrpSpPr>
            <a:grpSpLocks noChangeAspect="1"/>
          </p:cNvGrpSpPr>
          <p:nvPr/>
        </p:nvGrpSpPr>
        <p:grpSpPr>
          <a:xfrm>
            <a:off x="9658874" y="5017074"/>
            <a:ext cx="1584255" cy="1309302"/>
            <a:chOff x="9221221" y="4838015"/>
            <a:chExt cx="1584255" cy="1309302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E31E273-FCDF-F54A-BF56-0039CC250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358698" y="4838015"/>
              <a:ext cx="1309302" cy="1309302"/>
            </a:xfrm>
            <a:prstGeom prst="rect">
              <a:avLst/>
            </a:prstGeom>
          </p:spPr>
        </p:pic>
        <p:sp>
          <p:nvSpPr>
            <p:cNvPr id="18" name="Text Placeholder 8">
              <a:extLst>
                <a:ext uri="{FF2B5EF4-FFF2-40B4-BE49-F238E27FC236}">
                  <a16:creationId xmlns:a16="http://schemas.microsoft.com/office/drawing/2014/main" id="{9529AF04-E600-874B-A980-014E8AAB7C20}"/>
                </a:ext>
              </a:extLst>
            </p:cNvPr>
            <p:cNvSpPr txBox="1">
              <a:spLocks/>
            </p:cNvSpPr>
            <p:nvPr/>
          </p:nvSpPr>
          <p:spPr>
            <a:xfrm>
              <a:off x="9221221" y="5189523"/>
              <a:ext cx="1584255" cy="606287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4000" b="1" dirty="0">
                  <a:solidFill>
                    <a:schemeClr val="bg1"/>
                  </a:solidFill>
                  <a:latin typeface="Avenir Next" panose="020B0503020202020204" pitchFamily="34" charset="0"/>
                </a:rPr>
                <a:t>1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C6DC4F-1190-544F-8CDC-88DA370383A4}"/>
              </a:ext>
            </a:extLst>
          </p:cNvPr>
          <p:cNvCxnSpPr>
            <a:cxnSpLocks noChangeAspect="1"/>
          </p:cNvCxnSpPr>
          <p:nvPr/>
        </p:nvCxnSpPr>
        <p:spPr>
          <a:xfrm>
            <a:off x="5168784" y="6109510"/>
            <a:ext cx="1299189" cy="0"/>
          </a:xfrm>
          <a:prstGeom prst="line">
            <a:avLst/>
          </a:prstGeom>
          <a:ln w="12700">
            <a:solidFill>
              <a:schemeClr val="accent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88BE249-7C5B-A648-BC01-A8A1C6A99D7C}"/>
              </a:ext>
            </a:extLst>
          </p:cNvPr>
          <p:cNvGrpSpPr>
            <a:grpSpLocks noChangeAspect="1"/>
          </p:cNvGrpSpPr>
          <p:nvPr/>
        </p:nvGrpSpPr>
        <p:grpSpPr>
          <a:xfrm>
            <a:off x="7229927" y="1701799"/>
            <a:ext cx="1946030" cy="1946030"/>
            <a:chOff x="8794904" y="4272053"/>
            <a:chExt cx="1946030" cy="1946030"/>
          </a:xfrm>
        </p:grpSpPr>
        <p:sp>
          <p:nvSpPr>
            <p:cNvPr id="20" name="Oval 19">
              <a:hlinkClick r:id="rId9"/>
              <a:extLst>
                <a:ext uri="{FF2B5EF4-FFF2-40B4-BE49-F238E27FC236}">
                  <a16:creationId xmlns:a16="http://schemas.microsoft.com/office/drawing/2014/main" id="{4C44903D-3187-C647-9556-9089DD538BB5}"/>
                </a:ext>
              </a:extLst>
            </p:cNvPr>
            <p:cNvSpPr/>
            <p:nvPr/>
          </p:nvSpPr>
          <p:spPr>
            <a:xfrm>
              <a:off x="8794904" y="4272053"/>
              <a:ext cx="1946030" cy="194603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 dirty="0"/>
                <a:t>Call to action</a:t>
              </a:r>
            </a:p>
            <a:p>
              <a:pPr algn="ctr">
                <a:lnSpc>
                  <a:spcPct val="150000"/>
                </a:lnSpc>
              </a:pPr>
              <a:endParaRPr lang="en-US" dirty="0"/>
            </a:p>
          </p:txBody>
        </p:sp>
        <p:pic>
          <p:nvPicPr>
            <p:cNvPr id="22" name="Graphic 21">
              <a:hlinkClick r:id="rId9"/>
              <a:extLst>
                <a:ext uri="{FF2B5EF4-FFF2-40B4-BE49-F238E27FC236}">
                  <a16:creationId xmlns:a16="http://schemas.microsoft.com/office/drawing/2014/main" id="{B3BA9319-88E1-C04B-988E-281E98F82D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5400000">
              <a:off x="9526962" y="5620583"/>
              <a:ext cx="481914" cy="481914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0E28E95-C325-D114-2BCE-D19360A458B7}"/>
              </a:ext>
            </a:extLst>
          </p:cNvPr>
          <p:cNvGrpSpPr/>
          <p:nvPr/>
        </p:nvGrpSpPr>
        <p:grpSpPr>
          <a:xfrm>
            <a:off x="9589107" y="1990"/>
            <a:ext cx="1840693" cy="804870"/>
            <a:chOff x="9589107" y="1990"/>
            <a:chExt cx="1840693" cy="804870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7667094-F77F-C1DD-CB3C-C0965869328C}"/>
                </a:ext>
              </a:extLst>
            </p:cNvPr>
            <p:cNvSpPr txBox="1"/>
            <p:nvPr/>
          </p:nvSpPr>
          <p:spPr>
            <a:xfrm>
              <a:off x="9589107" y="1990"/>
              <a:ext cx="1840693" cy="804870"/>
            </a:xfrm>
            <a:prstGeom prst="round2SameRect">
              <a:avLst>
                <a:gd name="adj1" fmla="val 0"/>
                <a:gd name="adj2" fmla="val 17835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378000" rIns="108000" bIns="108000" rtlCol="0" anchor="b" anchorCtr="0">
              <a:spAutoFit/>
            </a:bodyPr>
            <a:lstStyle>
              <a:defPPr>
                <a:defRPr lang="en-US"/>
              </a:defPPr>
              <a:lvl1pPr algn="ctr"/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E7C8077B-52A5-1461-7AF2-F7E90ABF7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884842" y="360357"/>
              <a:ext cx="1253300" cy="268436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55BC9E6-63F9-9E51-B5CC-0124403E1989}"/>
              </a:ext>
            </a:extLst>
          </p:cNvPr>
          <p:cNvSpPr txBox="1"/>
          <p:nvPr/>
        </p:nvSpPr>
        <p:spPr>
          <a:xfrm>
            <a:off x="7539797" y="0"/>
            <a:ext cx="1836617" cy="804870"/>
          </a:xfrm>
          <a:prstGeom prst="round2SameRect">
            <a:avLst>
              <a:gd name="adj1" fmla="val 0"/>
              <a:gd name="adj2" fmla="val 17835"/>
            </a:avLst>
          </a:prstGeom>
          <a:solidFill>
            <a:schemeClr val="bg1"/>
          </a:solidFill>
          <a:ln>
            <a:noFill/>
          </a:ln>
          <a:effectLst>
            <a:outerShdw blurRad="1778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378000" rIns="108000" bIns="108000" rtlCol="0" anchor="b" anchorCtr="0">
            <a:spAutoFit/>
          </a:bodyPr>
          <a:lstStyle>
            <a:defPPr>
              <a:defRPr lang="en-US"/>
            </a:defPPr>
            <a:lvl1pPr algn="ctr"/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>
                <a:solidFill>
                  <a:schemeClr val="tx1"/>
                </a:solidFill>
              </a:rPr>
              <a:t>FAST analytics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690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4E8225-A691-104C-94D8-8C52D63ACA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graphic elements</a:t>
            </a:r>
          </a:p>
        </p:txBody>
      </p:sp>
      <p:sp>
        <p:nvSpPr>
          <p:cNvPr id="11" name="Graphic 6">
            <a:extLst>
              <a:ext uri="{FF2B5EF4-FFF2-40B4-BE49-F238E27FC236}">
                <a16:creationId xmlns:a16="http://schemas.microsoft.com/office/drawing/2014/main" id="{84119678-CC86-2642-9F97-2F8AFFEC20E2}"/>
              </a:ext>
            </a:extLst>
          </p:cNvPr>
          <p:cNvSpPr>
            <a:spLocks noChangeAspect="1"/>
          </p:cNvSpPr>
          <p:nvPr/>
        </p:nvSpPr>
        <p:spPr>
          <a:xfrm rot="2700000">
            <a:off x="847988" y="446237"/>
            <a:ext cx="2509836" cy="5019616"/>
          </a:xfrm>
          <a:custGeom>
            <a:avLst/>
            <a:gdLst>
              <a:gd name="connsiteX0" fmla="*/ 1615506 w 1615506"/>
              <a:gd name="connsiteY0" fmla="*/ 3230265 h 3230264"/>
              <a:gd name="connsiteX1" fmla="*/ 0 w 1615506"/>
              <a:gd name="connsiteY1" fmla="*/ 1615132 h 3230264"/>
              <a:gd name="connsiteX2" fmla="*/ 1615506 w 1615506"/>
              <a:gd name="connsiteY2" fmla="*/ 0 h 3230264"/>
              <a:gd name="connsiteX3" fmla="*/ 1615506 w 1615506"/>
              <a:gd name="connsiteY3" fmla="*/ 265523 h 3230264"/>
              <a:gd name="connsiteX4" fmla="*/ 265585 w 1615506"/>
              <a:gd name="connsiteY4" fmla="*/ 1615132 h 3230264"/>
              <a:gd name="connsiteX5" fmla="*/ 1615506 w 1615506"/>
              <a:gd name="connsiteY5" fmla="*/ 2964741 h 3230264"/>
              <a:gd name="connsiteX6" fmla="*/ 1615506 w 1615506"/>
              <a:gd name="connsiteY6" fmla="*/ 3230265 h 32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5506" h="3230264">
                <a:moveTo>
                  <a:pt x="1615506" y="3230265"/>
                </a:moveTo>
                <a:cubicBezTo>
                  <a:pt x="725063" y="3230265"/>
                  <a:pt x="0" y="2505369"/>
                  <a:pt x="0" y="1615132"/>
                </a:cubicBezTo>
                <a:cubicBezTo>
                  <a:pt x="0" y="724896"/>
                  <a:pt x="725063" y="0"/>
                  <a:pt x="1615506" y="0"/>
                </a:cubicBezTo>
                <a:lnTo>
                  <a:pt x="1615506" y="265523"/>
                </a:lnTo>
                <a:cubicBezTo>
                  <a:pt x="870891" y="265523"/>
                  <a:pt x="265585" y="870689"/>
                  <a:pt x="265585" y="1615132"/>
                </a:cubicBezTo>
                <a:cubicBezTo>
                  <a:pt x="265585" y="2359576"/>
                  <a:pt x="870891" y="2964741"/>
                  <a:pt x="1615506" y="2964741"/>
                </a:cubicBezTo>
                <a:lnTo>
                  <a:pt x="1615506" y="3230265"/>
                </a:lnTo>
                <a:close/>
              </a:path>
            </a:pathLst>
          </a:custGeom>
          <a:solidFill>
            <a:schemeClr val="bg2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Graphic 6">
            <a:extLst>
              <a:ext uri="{FF2B5EF4-FFF2-40B4-BE49-F238E27FC236}">
                <a16:creationId xmlns:a16="http://schemas.microsoft.com/office/drawing/2014/main" id="{67FB1476-A6ED-0942-A9F1-CFE085189926}"/>
              </a:ext>
            </a:extLst>
          </p:cNvPr>
          <p:cNvSpPr>
            <a:spLocks noChangeAspect="1"/>
          </p:cNvSpPr>
          <p:nvPr/>
        </p:nvSpPr>
        <p:spPr>
          <a:xfrm rot="13440000">
            <a:off x="3019183" y="1235364"/>
            <a:ext cx="2509836" cy="5019616"/>
          </a:xfrm>
          <a:custGeom>
            <a:avLst/>
            <a:gdLst>
              <a:gd name="connsiteX0" fmla="*/ 1615506 w 1615506"/>
              <a:gd name="connsiteY0" fmla="*/ 3230265 h 3230264"/>
              <a:gd name="connsiteX1" fmla="*/ 0 w 1615506"/>
              <a:gd name="connsiteY1" fmla="*/ 1615132 h 3230264"/>
              <a:gd name="connsiteX2" fmla="*/ 1615506 w 1615506"/>
              <a:gd name="connsiteY2" fmla="*/ 0 h 3230264"/>
              <a:gd name="connsiteX3" fmla="*/ 1615506 w 1615506"/>
              <a:gd name="connsiteY3" fmla="*/ 265523 h 3230264"/>
              <a:gd name="connsiteX4" fmla="*/ 265585 w 1615506"/>
              <a:gd name="connsiteY4" fmla="*/ 1615132 h 3230264"/>
              <a:gd name="connsiteX5" fmla="*/ 1615506 w 1615506"/>
              <a:gd name="connsiteY5" fmla="*/ 2964741 h 3230264"/>
              <a:gd name="connsiteX6" fmla="*/ 1615506 w 1615506"/>
              <a:gd name="connsiteY6" fmla="*/ 3230265 h 32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5506" h="3230264">
                <a:moveTo>
                  <a:pt x="1615506" y="3230265"/>
                </a:moveTo>
                <a:cubicBezTo>
                  <a:pt x="725063" y="3230265"/>
                  <a:pt x="0" y="2505369"/>
                  <a:pt x="0" y="1615132"/>
                </a:cubicBezTo>
                <a:cubicBezTo>
                  <a:pt x="0" y="724896"/>
                  <a:pt x="725063" y="0"/>
                  <a:pt x="1615506" y="0"/>
                </a:cubicBezTo>
                <a:lnTo>
                  <a:pt x="1615506" y="265523"/>
                </a:lnTo>
                <a:cubicBezTo>
                  <a:pt x="870891" y="265523"/>
                  <a:pt x="265585" y="870689"/>
                  <a:pt x="265585" y="1615132"/>
                </a:cubicBezTo>
                <a:cubicBezTo>
                  <a:pt x="265585" y="2359576"/>
                  <a:pt x="870891" y="2964741"/>
                  <a:pt x="1615506" y="2964741"/>
                </a:cubicBezTo>
                <a:lnTo>
                  <a:pt x="1615506" y="3230265"/>
                </a:lnTo>
                <a:close/>
              </a:path>
            </a:pathLst>
          </a:custGeom>
          <a:solidFill>
            <a:schemeClr val="bg2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0" name="Graphic 6">
            <a:extLst>
              <a:ext uri="{FF2B5EF4-FFF2-40B4-BE49-F238E27FC236}">
                <a16:creationId xmlns:a16="http://schemas.microsoft.com/office/drawing/2014/main" id="{23AD2B65-B328-C449-BAF2-A45EFE6B85E8}"/>
              </a:ext>
            </a:extLst>
          </p:cNvPr>
          <p:cNvSpPr>
            <a:spLocks noChangeAspect="1"/>
          </p:cNvSpPr>
          <p:nvPr/>
        </p:nvSpPr>
        <p:spPr>
          <a:xfrm rot="18900000">
            <a:off x="6751019" y="512864"/>
            <a:ext cx="2509836" cy="5019616"/>
          </a:xfrm>
          <a:custGeom>
            <a:avLst/>
            <a:gdLst>
              <a:gd name="connsiteX0" fmla="*/ 1615506 w 1615506"/>
              <a:gd name="connsiteY0" fmla="*/ 3230265 h 3230264"/>
              <a:gd name="connsiteX1" fmla="*/ 0 w 1615506"/>
              <a:gd name="connsiteY1" fmla="*/ 1615132 h 3230264"/>
              <a:gd name="connsiteX2" fmla="*/ 1615506 w 1615506"/>
              <a:gd name="connsiteY2" fmla="*/ 0 h 3230264"/>
              <a:gd name="connsiteX3" fmla="*/ 1615506 w 1615506"/>
              <a:gd name="connsiteY3" fmla="*/ 265523 h 3230264"/>
              <a:gd name="connsiteX4" fmla="*/ 265585 w 1615506"/>
              <a:gd name="connsiteY4" fmla="*/ 1615132 h 3230264"/>
              <a:gd name="connsiteX5" fmla="*/ 1615506 w 1615506"/>
              <a:gd name="connsiteY5" fmla="*/ 2964741 h 3230264"/>
              <a:gd name="connsiteX6" fmla="*/ 1615506 w 1615506"/>
              <a:gd name="connsiteY6" fmla="*/ 3230265 h 32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5506" h="3230264">
                <a:moveTo>
                  <a:pt x="1615506" y="3230265"/>
                </a:moveTo>
                <a:cubicBezTo>
                  <a:pt x="725063" y="3230265"/>
                  <a:pt x="0" y="2505369"/>
                  <a:pt x="0" y="1615132"/>
                </a:cubicBezTo>
                <a:cubicBezTo>
                  <a:pt x="0" y="724896"/>
                  <a:pt x="725063" y="0"/>
                  <a:pt x="1615506" y="0"/>
                </a:cubicBezTo>
                <a:lnTo>
                  <a:pt x="1615506" y="265523"/>
                </a:lnTo>
                <a:cubicBezTo>
                  <a:pt x="870891" y="265523"/>
                  <a:pt x="265585" y="870689"/>
                  <a:pt x="265585" y="1615132"/>
                </a:cubicBezTo>
                <a:cubicBezTo>
                  <a:pt x="265585" y="2359576"/>
                  <a:pt x="870891" y="2964741"/>
                  <a:pt x="1615506" y="2964741"/>
                </a:cubicBezTo>
                <a:lnTo>
                  <a:pt x="1615506" y="3230265"/>
                </a:lnTo>
                <a:close/>
              </a:path>
            </a:pathLst>
          </a:custGeom>
          <a:solidFill>
            <a:schemeClr val="bg2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Graphic 6">
            <a:extLst>
              <a:ext uri="{FF2B5EF4-FFF2-40B4-BE49-F238E27FC236}">
                <a16:creationId xmlns:a16="http://schemas.microsoft.com/office/drawing/2014/main" id="{BC8F3A37-A5BB-DE45-AD16-041DB2E108E4}"/>
              </a:ext>
            </a:extLst>
          </p:cNvPr>
          <p:cNvSpPr>
            <a:spLocks noChangeAspect="1"/>
          </p:cNvSpPr>
          <p:nvPr/>
        </p:nvSpPr>
        <p:spPr>
          <a:xfrm rot="8100000">
            <a:off x="8722153" y="-365369"/>
            <a:ext cx="2509836" cy="5019616"/>
          </a:xfrm>
          <a:custGeom>
            <a:avLst/>
            <a:gdLst>
              <a:gd name="connsiteX0" fmla="*/ 1615506 w 1615506"/>
              <a:gd name="connsiteY0" fmla="*/ 3230265 h 3230264"/>
              <a:gd name="connsiteX1" fmla="*/ 0 w 1615506"/>
              <a:gd name="connsiteY1" fmla="*/ 1615132 h 3230264"/>
              <a:gd name="connsiteX2" fmla="*/ 1615506 w 1615506"/>
              <a:gd name="connsiteY2" fmla="*/ 0 h 3230264"/>
              <a:gd name="connsiteX3" fmla="*/ 1615506 w 1615506"/>
              <a:gd name="connsiteY3" fmla="*/ 265523 h 3230264"/>
              <a:gd name="connsiteX4" fmla="*/ 265585 w 1615506"/>
              <a:gd name="connsiteY4" fmla="*/ 1615132 h 3230264"/>
              <a:gd name="connsiteX5" fmla="*/ 1615506 w 1615506"/>
              <a:gd name="connsiteY5" fmla="*/ 2964741 h 3230264"/>
              <a:gd name="connsiteX6" fmla="*/ 1615506 w 1615506"/>
              <a:gd name="connsiteY6" fmla="*/ 3230265 h 32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5506" h="3230264">
                <a:moveTo>
                  <a:pt x="1615506" y="3230265"/>
                </a:moveTo>
                <a:cubicBezTo>
                  <a:pt x="725063" y="3230265"/>
                  <a:pt x="0" y="2505369"/>
                  <a:pt x="0" y="1615132"/>
                </a:cubicBezTo>
                <a:cubicBezTo>
                  <a:pt x="0" y="724896"/>
                  <a:pt x="725063" y="0"/>
                  <a:pt x="1615506" y="0"/>
                </a:cubicBezTo>
                <a:lnTo>
                  <a:pt x="1615506" y="265523"/>
                </a:lnTo>
                <a:cubicBezTo>
                  <a:pt x="870891" y="265523"/>
                  <a:pt x="265585" y="870689"/>
                  <a:pt x="265585" y="1615132"/>
                </a:cubicBezTo>
                <a:cubicBezTo>
                  <a:pt x="265585" y="2359576"/>
                  <a:pt x="870891" y="2964741"/>
                  <a:pt x="1615506" y="2964741"/>
                </a:cubicBezTo>
                <a:lnTo>
                  <a:pt x="1615506" y="3230265"/>
                </a:lnTo>
                <a:close/>
              </a:path>
            </a:pathLst>
          </a:custGeom>
          <a:solidFill>
            <a:schemeClr val="bg2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2" name="Graphic 6">
            <a:extLst>
              <a:ext uri="{FF2B5EF4-FFF2-40B4-BE49-F238E27FC236}">
                <a16:creationId xmlns:a16="http://schemas.microsoft.com/office/drawing/2014/main" id="{08B38659-6655-124B-A1E2-70B6EC139EA2}"/>
              </a:ext>
            </a:extLst>
          </p:cNvPr>
          <p:cNvSpPr>
            <a:spLocks noChangeAspect="1"/>
          </p:cNvSpPr>
          <p:nvPr/>
        </p:nvSpPr>
        <p:spPr>
          <a:xfrm rot="5400000">
            <a:off x="6550169" y="5177878"/>
            <a:ext cx="879682" cy="1759344"/>
          </a:xfrm>
          <a:custGeom>
            <a:avLst/>
            <a:gdLst>
              <a:gd name="connsiteX0" fmla="*/ 1615506 w 1615506"/>
              <a:gd name="connsiteY0" fmla="*/ 3230265 h 3230264"/>
              <a:gd name="connsiteX1" fmla="*/ 0 w 1615506"/>
              <a:gd name="connsiteY1" fmla="*/ 1615132 h 3230264"/>
              <a:gd name="connsiteX2" fmla="*/ 1615506 w 1615506"/>
              <a:gd name="connsiteY2" fmla="*/ 0 h 3230264"/>
              <a:gd name="connsiteX3" fmla="*/ 1615506 w 1615506"/>
              <a:gd name="connsiteY3" fmla="*/ 265523 h 3230264"/>
              <a:gd name="connsiteX4" fmla="*/ 265585 w 1615506"/>
              <a:gd name="connsiteY4" fmla="*/ 1615132 h 3230264"/>
              <a:gd name="connsiteX5" fmla="*/ 1615506 w 1615506"/>
              <a:gd name="connsiteY5" fmla="*/ 2964741 h 3230264"/>
              <a:gd name="connsiteX6" fmla="*/ 1615506 w 1615506"/>
              <a:gd name="connsiteY6" fmla="*/ 3230265 h 32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5506" h="3230264">
                <a:moveTo>
                  <a:pt x="1615506" y="3230265"/>
                </a:moveTo>
                <a:cubicBezTo>
                  <a:pt x="725063" y="3230265"/>
                  <a:pt x="0" y="2505369"/>
                  <a:pt x="0" y="1615132"/>
                </a:cubicBezTo>
                <a:cubicBezTo>
                  <a:pt x="0" y="724896"/>
                  <a:pt x="725063" y="0"/>
                  <a:pt x="1615506" y="0"/>
                </a:cubicBezTo>
                <a:lnTo>
                  <a:pt x="1615506" y="265523"/>
                </a:lnTo>
                <a:cubicBezTo>
                  <a:pt x="870891" y="265523"/>
                  <a:pt x="265585" y="870689"/>
                  <a:pt x="265585" y="1615132"/>
                </a:cubicBezTo>
                <a:cubicBezTo>
                  <a:pt x="265585" y="2359576"/>
                  <a:pt x="870891" y="2964741"/>
                  <a:pt x="1615506" y="2964741"/>
                </a:cubicBezTo>
                <a:lnTo>
                  <a:pt x="1615506" y="3230265"/>
                </a:lnTo>
                <a:close/>
              </a:path>
            </a:pathLst>
          </a:custGeom>
          <a:solidFill>
            <a:schemeClr val="bg2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Graphic 6">
            <a:extLst>
              <a:ext uri="{FF2B5EF4-FFF2-40B4-BE49-F238E27FC236}">
                <a16:creationId xmlns:a16="http://schemas.microsoft.com/office/drawing/2014/main" id="{755FE607-3456-EB4D-B2E3-2D54B8684B50}"/>
              </a:ext>
            </a:extLst>
          </p:cNvPr>
          <p:cNvSpPr>
            <a:spLocks noChangeAspect="1"/>
          </p:cNvSpPr>
          <p:nvPr/>
        </p:nvSpPr>
        <p:spPr>
          <a:xfrm>
            <a:off x="5027081" y="4824061"/>
            <a:ext cx="879682" cy="1759344"/>
          </a:xfrm>
          <a:custGeom>
            <a:avLst/>
            <a:gdLst>
              <a:gd name="connsiteX0" fmla="*/ 1615506 w 1615506"/>
              <a:gd name="connsiteY0" fmla="*/ 3230265 h 3230264"/>
              <a:gd name="connsiteX1" fmla="*/ 0 w 1615506"/>
              <a:gd name="connsiteY1" fmla="*/ 1615132 h 3230264"/>
              <a:gd name="connsiteX2" fmla="*/ 1615506 w 1615506"/>
              <a:gd name="connsiteY2" fmla="*/ 0 h 3230264"/>
              <a:gd name="connsiteX3" fmla="*/ 1615506 w 1615506"/>
              <a:gd name="connsiteY3" fmla="*/ 265523 h 3230264"/>
              <a:gd name="connsiteX4" fmla="*/ 265585 w 1615506"/>
              <a:gd name="connsiteY4" fmla="*/ 1615132 h 3230264"/>
              <a:gd name="connsiteX5" fmla="*/ 1615506 w 1615506"/>
              <a:gd name="connsiteY5" fmla="*/ 2964741 h 3230264"/>
              <a:gd name="connsiteX6" fmla="*/ 1615506 w 1615506"/>
              <a:gd name="connsiteY6" fmla="*/ 3230265 h 32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5506" h="3230264">
                <a:moveTo>
                  <a:pt x="1615506" y="3230265"/>
                </a:moveTo>
                <a:cubicBezTo>
                  <a:pt x="725063" y="3230265"/>
                  <a:pt x="0" y="2505369"/>
                  <a:pt x="0" y="1615132"/>
                </a:cubicBezTo>
                <a:cubicBezTo>
                  <a:pt x="0" y="724896"/>
                  <a:pt x="725063" y="0"/>
                  <a:pt x="1615506" y="0"/>
                </a:cubicBezTo>
                <a:lnTo>
                  <a:pt x="1615506" y="265523"/>
                </a:lnTo>
                <a:cubicBezTo>
                  <a:pt x="870891" y="265523"/>
                  <a:pt x="265585" y="870689"/>
                  <a:pt x="265585" y="1615132"/>
                </a:cubicBezTo>
                <a:cubicBezTo>
                  <a:pt x="265585" y="2359576"/>
                  <a:pt x="870891" y="2964741"/>
                  <a:pt x="1615506" y="2964741"/>
                </a:cubicBezTo>
                <a:lnTo>
                  <a:pt x="1615506" y="3230265"/>
                </a:lnTo>
                <a:close/>
              </a:path>
            </a:pathLst>
          </a:custGeom>
          <a:solidFill>
            <a:schemeClr val="bg2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4" name="Graphic 6">
            <a:extLst>
              <a:ext uri="{FF2B5EF4-FFF2-40B4-BE49-F238E27FC236}">
                <a16:creationId xmlns:a16="http://schemas.microsoft.com/office/drawing/2014/main" id="{4C30963C-2382-9C43-B8E8-6AFB18F5F100}"/>
              </a:ext>
            </a:extLst>
          </p:cNvPr>
          <p:cNvSpPr>
            <a:spLocks noChangeAspect="1"/>
          </p:cNvSpPr>
          <p:nvPr/>
        </p:nvSpPr>
        <p:spPr>
          <a:xfrm rot="16200000">
            <a:off x="8513088" y="5177878"/>
            <a:ext cx="879682" cy="1759344"/>
          </a:xfrm>
          <a:custGeom>
            <a:avLst/>
            <a:gdLst>
              <a:gd name="connsiteX0" fmla="*/ 1615506 w 1615506"/>
              <a:gd name="connsiteY0" fmla="*/ 3230265 h 3230264"/>
              <a:gd name="connsiteX1" fmla="*/ 0 w 1615506"/>
              <a:gd name="connsiteY1" fmla="*/ 1615132 h 3230264"/>
              <a:gd name="connsiteX2" fmla="*/ 1615506 w 1615506"/>
              <a:gd name="connsiteY2" fmla="*/ 0 h 3230264"/>
              <a:gd name="connsiteX3" fmla="*/ 1615506 w 1615506"/>
              <a:gd name="connsiteY3" fmla="*/ 265523 h 3230264"/>
              <a:gd name="connsiteX4" fmla="*/ 265585 w 1615506"/>
              <a:gd name="connsiteY4" fmla="*/ 1615132 h 3230264"/>
              <a:gd name="connsiteX5" fmla="*/ 1615506 w 1615506"/>
              <a:gd name="connsiteY5" fmla="*/ 2964741 h 3230264"/>
              <a:gd name="connsiteX6" fmla="*/ 1615506 w 1615506"/>
              <a:gd name="connsiteY6" fmla="*/ 3230265 h 32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5506" h="3230264">
                <a:moveTo>
                  <a:pt x="1615506" y="3230265"/>
                </a:moveTo>
                <a:cubicBezTo>
                  <a:pt x="725063" y="3230265"/>
                  <a:pt x="0" y="2505369"/>
                  <a:pt x="0" y="1615132"/>
                </a:cubicBezTo>
                <a:cubicBezTo>
                  <a:pt x="0" y="724896"/>
                  <a:pt x="725063" y="0"/>
                  <a:pt x="1615506" y="0"/>
                </a:cubicBezTo>
                <a:lnTo>
                  <a:pt x="1615506" y="265523"/>
                </a:lnTo>
                <a:cubicBezTo>
                  <a:pt x="870891" y="265523"/>
                  <a:pt x="265585" y="870689"/>
                  <a:pt x="265585" y="1615132"/>
                </a:cubicBezTo>
                <a:cubicBezTo>
                  <a:pt x="265585" y="2359576"/>
                  <a:pt x="870891" y="2964741"/>
                  <a:pt x="1615506" y="2964741"/>
                </a:cubicBezTo>
                <a:lnTo>
                  <a:pt x="1615506" y="3230265"/>
                </a:lnTo>
                <a:close/>
              </a:path>
            </a:pathLst>
          </a:custGeom>
          <a:solidFill>
            <a:schemeClr val="bg2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6" name="Graphic 6">
            <a:extLst>
              <a:ext uri="{FF2B5EF4-FFF2-40B4-BE49-F238E27FC236}">
                <a16:creationId xmlns:a16="http://schemas.microsoft.com/office/drawing/2014/main" id="{468E8D13-CEDB-9246-80BD-27E45564FF6C}"/>
              </a:ext>
            </a:extLst>
          </p:cNvPr>
          <p:cNvSpPr>
            <a:spLocks noChangeAspect="1"/>
          </p:cNvSpPr>
          <p:nvPr/>
        </p:nvSpPr>
        <p:spPr>
          <a:xfrm rot="10800000">
            <a:off x="10036177" y="4824061"/>
            <a:ext cx="879682" cy="1759344"/>
          </a:xfrm>
          <a:custGeom>
            <a:avLst/>
            <a:gdLst>
              <a:gd name="connsiteX0" fmla="*/ 1615506 w 1615506"/>
              <a:gd name="connsiteY0" fmla="*/ 3230265 h 3230264"/>
              <a:gd name="connsiteX1" fmla="*/ 0 w 1615506"/>
              <a:gd name="connsiteY1" fmla="*/ 1615132 h 3230264"/>
              <a:gd name="connsiteX2" fmla="*/ 1615506 w 1615506"/>
              <a:gd name="connsiteY2" fmla="*/ 0 h 3230264"/>
              <a:gd name="connsiteX3" fmla="*/ 1615506 w 1615506"/>
              <a:gd name="connsiteY3" fmla="*/ 265523 h 3230264"/>
              <a:gd name="connsiteX4" fmla="*/ 265585 w 1615506"/>
              <a:gd name="connsiteY4" fmla="*/ 1615132 h 3230264"/>
              <a:gd name="connsiteX5" fmla="*/ 1615506 w 1615506"/>
              <a:gd name="connsiteY5" fmla="*/ 2964741 h 3230264"/>
              <a:gd name="connsiteX6" fmla="*/ 1615506 w 1615506"/>
              <a:gd name="connsiteY6" fmla="*/ 3230265 h 323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15506" h="3230264">
                <a:moveTo>
                  <a:pt x="1615506" y="3230265"/>
                </a:moveTo>
                <a:cubicBezTo>
                  <a:pt x="725063" y="3230265"/>
                  <a:pt x="0" y="2505369"/>
                  <a:pt x="0" y="1615132"/>
                </a:cubicBezTo>
                <a:cubicBezTo>
                  <a:pt x="0" y="724896"/>
                  <a:pt x="725063" y="0"/>
                  <a:pt x="1615506" y="0"/>
                </a:cubicBezTo>
                <a:lnTo>
                  <a:pt x="1615506" y="265523"/>
                </a:lnTo>
                <a:cubicBezTo>
                  <a:pt x="870891" y="265523"/>
                  <a:pt x="265585" y="870689"/>
                  <a:pt x="265585" y="1615132"/>
                </a:cubicBezTo>
                <a:cubicBezTo>
                  <a:pt x="265585" y="2359576"/>
                  <a:pt x="870891" y="2964741"/>
                  <a:pt x="1615506" y="2964741"/>
                </a:cubicBezTo>
                <a:lnTo>
                  <a:pt x="1615506" y="3230265"/>
                </a:lnTo>
                <a:close/>
              </a:path>
            </a:pathLst>
          </a:custGeom>
          <a:solidFill>
            <a:schemeClr val="bg2"/>
          </a:solidFill>
          <a:ln w="8132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2028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4E8225-A691-104C-94D8-8C52D63ACA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graphic elements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8D8F77-13D4-2D4A-AD50-D887DA90FBE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92" y="2509934"/>
            <a:ext cx="12182816" cy="187286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7D3402-5FB4-0B4D-A7DD-28D7530DAC66}"/>
              </a:ext>
            </a:extLst>
          </p:cNvPr>
          <p:cNvCxnSpPr>
            <a:cxnSpLocks/>
          </p:cNvCxnSpPr>
          <p:nvPr/>
        </p:nvCxnSpPr>
        <p:spPr>
          <a:xfrm flipV="1">
            <a:off x="2813540" y="3428999"/>
            <a:ext cx="0" cy="1932475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B9F537-E0A6-D94A-8458-F9450D64729C}"/>
              </a:ext>
            </a:extLst>
          </p:cNvPr>
          <p:cNvCxnSpPr>
            <a:cxnSpLocks/>
          </p:cNvCxnSpPr>
          <p:nvPr/>
        </p:nvCxnSpPr>
        <p:spPr>
          <a:xfrm flipV="1">
            <a:off x="6564926" y="3428999"/>
            <a:ext cx="0" cy="1932475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455855-F98E-7D4A-BF86-85EEE4C8B869}"/>
              </a:ext>
            </a:extLst>
          </p:cNvPr>
          <p:cNvCxnSpPr>
            <a:cxnSpLocks/>
          </p:cNvCxnSpPr>
          <p:nvPr/>
        </p:nvCxnSpPr>
        <p:spPr>
          <a:xfrm flipV="1">
            <a:off x="937850" y="1496524"/>
            <a:ext cx="0" cy="1932476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977DA1-0579-A448-9CE0-D3A4236089FC}"/>
              </a:ext>
            </a:extLst>
          </p:cNvPr>
          <p:cNvCxnSpPr>
            <a:cxnSpLocks/>
          </p:cNvCxnSpPr>
          <p:nvPr/>
        </p:nvCxnSpPr>
        <p:spPr>
          <a:xfrm flipV="1">
            <a:off x="4689234" y="1496524"/>
            <a:ext cx="0" cy="1932476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249EAE-49ED-B141-884E-FEE788B80154}"/>
              </a:ext>
            </a:extLst>
          </p:cNvPr>
          <p:cNvCxnSpPr>
            <a:cxnSpLocks/>
          </p:cNvCxnSpPr>
          <p:nvPr/>
        </p:nvCxnSpPr>
        <p:spPr>
          <a:xfrm flipV="1">
            <a:off x="8440618" y="1496524"/>
            <a:ext cx="0" cy="1932476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393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4E8225-A691-104C-94D8-8C52D63ACA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graphic elements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1D980B-788C-0B4F-976C-534E275A8C9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3984471"/>
            <a:ext cx="12191997" cy="13539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4AF28B-FAA9-A04B-B2D6-170B157CCB9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3754" y="1383322"/>
            <a:ext cx="7286575" cy="176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4E8225-A691-104C-94D8-8C52D63ACA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graphic elements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2DE68-4497-DA4A-AA71-1B6004DA1DC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alphaModFix amt="9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8134" y="0"/>
            <a:ext cx="6858000" cy="6858000"/>
          </a:xfrm>
          <a:prstGeom prst="rect">
            <a:avLst/>
          </a:prstGeom>
          <a:noFill/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E7B486D-F8C3-E64E-A4C3-79478F650724}"/>
              </a:ext>
            </a:extLst>
          </p:cNvPr>
          <p:cNvSpPr>
            <a:spLocks noChangeAspect="1"/>
          </p:cNvSpPr>
          <p:nvPr/>
        </p:nvSpPr>
        <p:spPr>
          <a:xfrm>
            <a:off x="433754" y="1410010"/>
            <a:ext cx="714562" cy="71456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13:00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4E9D6B-2DD5-A448-A502-B069BF9F8A55}"/>
              </a:ext>
            </a:extLst>
          </p:cNvPr>
          <p:cNvSpPr>
            <a:spLocks noChangeAspect="1"/>
          </p:cNvSpPr>
          <p:nvPr/>
        </p:nvSpPr>
        <p:spPr>
          <a:xfrm>
            <a:off x="1399381" y="1410010"/>
            <a:ext cx="714562" cy="71456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13:00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C8D6ED0-AED1-0644-B319-D575CD3E8F2D}"/>
              </a:ext>
            </a:extLst>
          </p:cNvPr>
          <p:cNvSpPr>
            <a:spLocks noChangeAspect="1"/>
          </p:cNvSpPr>
          <p:nvPr/>
        </p:nvSpPr>
        <p:spPr>
          <a:xfrm>
            <a:off x="2365008" y="1412100"/>
            <a:ext cx="714562" cy="7145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AC315C-0BC8-E042-BD18-D70FAF65C1E0}"/>
              </a:ext>
            </a:extLst>
          </p:cNvPr>
          <p:cNvSpPr txBox="1"/>
          <p:nvPr/>
        </p:nvSpPr>
        <p:spPr>
          <a:xfrm>
            <a:off x="484943" y="2330941"/>
            <a:ext cx="3258000" cy="810000"/>
          </a:xfrm>
          <a:prstGeom prst="roundRect">
            <a:avLst/>
          </a:prstGeom>
          <a:solidFill>
            <a:schemeClr val="bg2"/>
          </a:solidFill>
        </p:spPr>
        <p:txBody>
          <a:bodyPr wrap="square" lIns="180000" rtlCol="0" anchor="ctr" anchorCtr="0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Lorem ipsum dolor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721BB9-D640-FC48-B382-6C01A7E5E0AF}"/>
              </a:ext>
            </a:extLst>
          </p:cNvPr>
          <p:cNvSpPr txBox="1"/>
          <p:nvPr/>
        </p:nvSpPr>
        <p:spPr>
          <a:xfrm>
            <a:off x="484943" y="3266730"/>
            <a:ext cx="3258000" cy="810000"/>
          </a:xfrm>
          <a:prstGeom prst="roundRect">
            <a:avLst/>
          </a:prstGeom>
          <a:solidFill>
            <a:schemeClr val="tx2"/>
          </a:solidFill>
        </p:spPr>
        <p:txBody>
          <a:bodyPr wrap="square" lIns="180000" rtlCol="0" anchor="ctr" anchorCtr="0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Lorem ipsum dolor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13ECC0-E888-2A48-9467-F2DE7461D4EF}"/>
              </a:ext>
            </a:extLst>
          </p:cNvPr>
          <p:cNvSpPr txBox="1"/>
          <p:nvPr/>
        </p:nvSpPr>
        <p:spPr>
          <a:xfrm>
            <a:off x="484943" y="4202519"/>
            <a:ext cx="3258000" cy="810000"/>
          </a:xfrm>
          <a:prstGeom prst="roundRect">
            <a:avLst/>
          </a:prstGeom>
          <a:solidFill>
            <a:schemeClr val="accent3"/>
          </a:solidFill>
        </p:spPr>
        <p:txBody>
          <a:bodyPr wrap="square" lIns="180000" rtlCol="0" anchor="ctr" anchorCtr="0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Lorem ipsum dolor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1E4CE9-02B9-C646-BAC8-AE5AB7DC958C}"/>
              </a:ext>
            </a:extLst>
          </p:cNvPr>
          <p:cNvSpPr txBox="1"/>
          <p:nvPr/>
        </p:nvSpPr>
        <p:spPr>
          <a:xfrm>
            <a:off x="484943" y="5138309"/>
            <a:ext cx="3258000" cy="810000"/>
          </a:xfrm>
          <a:prstGeom prst="roundRect">
            <a:avLst/>
          </a:prstGeom>
          <a:solidFill>
            <a:schemeClr val="accent4"/>
          </a:solidFill>
        </p:spPr>
        <p:txBody>
          <a:bodyPr wrap="square" lIns="180000" rtlCol="0" anchor="ctr" anchorCtr="0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Lorem ipsum dolor </a:t>
            </a:r>
          </a:p>
        </p:txBody>
      </p:sp>
    </p:spTree>
    <p:extLst>
      <p:ext uri="{BB962C8B-B14F-4D97-AF65-F5344CB8AC3E}">
        <p14:creationId xmlns:p14="http://schemas.microsoft.com/office/powerpoint/2010/main" val="35185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4E8225-A691-104C-94D8-8C52D63ACA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graphic elements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C1BF59C-39F0-6C4F-A429-6580D14534E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33035" y="3781087"/>
            <a:ext cx="4225635" cy="281709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5A6E31B7-5DCC-1C42-AFC7-4EF84CDEB84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553703"/>
            <a:ext cx="12192000" cy="18747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88A4E68-8199-0D48-BC42-72789337DF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7084" y="4993705"/>
            <a:ext cx="579212" cy="3105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3ED9FFF-8011-8C4E-A7AD-E16A4A25714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3919442" y="5610568"/>
            <a:ext cx="579212" cy="31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8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delaware">
      <a:dk1>
        <a:srgbClr val="3C3C3C"/>
      </a:dk1>
      <a:lt1>
        <a:srgbClr val="FFFFFF"/>
      </a:lt1>
      <a:dk2>
        <a:srgbClr val="C42828"/>
      </a:dk2>
      <a:lt2>
        <a:srgbClr val="EF463C"/>
      </a:lt2>
      <a:accent1>
        <a:srgbClr val="EE7684"/>
      </a:accent1>
      <a:accent2>
        <a:srgbClr val="941914"/>
      </a:accent2>
      <a:accent3>
        <a:srgbClr val="72C4BF"/>
      </a:accent3>
      <a:accent4>
        <a:srgbClr val="AD9BCB"/>
      </a:accent4>
      <a:accent5>
        <a:srgbClr val="999999"/>
      </a:accent5>
      <a:accent6>
        <a:srgbClr val="E5E5E5"/>
      </a:accent6>
      <a:hlink>
        <a:srgbClr val="C42828"/>
      </a:hlink>
      <a:folHlink>
        <a:srgbClr val="EF463C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4" id="{C609753C-D2CE-EB4A-A19F-B8B1774D1E5E}" vid="{F443B3AB-7DB6-9947-A819-9239C0CFCE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B356211D470D438FEA7AA8FE978C1A" ma:contentTypeVersion="3" ma:contentTypeDescription="Create a new document." ma:contentTypeScope="" ma:versionID="6cff12f9dd256b54c3f54fbcf9ba0975">
  <xsd:schema xmlns:xsd="http://www.w3.org/2001/XMLSchema" xmlns:xs="http://www.w3.org/2001/XMLSchema" xmlns:p="http://schemas.microsoft.com/office/2006/metadata/properties" xmlns:ns2="6fe5b206-720c-47e1-a2f6-247ae5cfd84f" targetNamespace="http://schemas.microsoft.com/office/2006/metadata/properties" ma:root="true" ma:fieldsID="b114b3342255db0431b352e579b5966b" ns2:_="">
    <xsd:import namespace="6fe5b206-720c-47e1-a2f6-247ae5cfd8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5b206-720c-47e1-a2f6-247ae5cfd8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DB6E39-E21B-45BD-B135-256173CEBD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e5b206-720c-47e1-a2f6-247ae5cfd8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352A2C4-28DE-417D-9627-7504F7BAA1EE}">
  <ds:schemaRefs>
    <ds:schemaRef ds:uri="http://purl.org/dc/terms/"/>
    <ds:schemaRef ds:uri="http://www.w3.org/XML/1998/namespace"/>
    <ds:schemaRef ds:uri="http://purl.org/dc/elements/1.1/"/>
    <ds:schemaRef ds:uri="6fe5b206-720c-47e1-a2f6-247ae5cfd84f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11D0DBCC-B92C-47AA-8B09-5872635842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graphic elements</Template>
  <TotalTime>0</TotalTime>
  <Words>47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Avenir Next</vt:lpstr>
      <vt:lpstr>Calibri</vt:lpstr>
      <vt:lpstr>Century Gothic</vt:lpstr>
      <vt:lpstr>System Font Regular</vt:lpstr>
      <vt:lpstr>Tema do Office</vt:lpstr>
      <vt:lpstr>graphic elements</vt:lpstr>
      <vt:lpstr>graphic elements</vt:lpstr>
      <vt:lpstr>graphic elements</vt:lpstr>
      <vt:lpstr>graphic elements</vt:lpstr>
      <vt:lpstr>graphic elements</vt:lpstr>
      <vt:lpstr>graphic elements</vt:lpstr>
      <vt:lpstr>graphic elements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Nelson Neto</dc:creator>
  <cp:keywords/>
  <dc:description/>
  <cp:lastModifiedBy>Nelson Neto</cp:lastModifiedBy>
  <cp:revision>1</cp:revision>
  <dcterms:created xsi:type="dcterms:W3CDTF">2026-03-04T12:31:12Z</dcterms:created>
  <dcterms:modified xsi:type="dcterms:W3CDTF">2026-03-04T12:31:42Z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0x0101000AB356211D470D438FEA7AA8FE978C1A</vt:lpwstr>
  </property>
</Properties>
</file>